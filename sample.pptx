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4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1143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400" b="1"/>
              <a:t>Sample Deck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685800" y="2743200"/>
            <a:ext cx="7772400" cy="3429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/>
              <a:t>Hello from the YC Startup Prospect test fixture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1143000"/>
            <a:ext cx="7772400" cy="11430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400" b="1"/>
              <a:t>Slide Two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685800" y="2743200"/>
            <a:ext cx="7772400" cy="3429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/>
              <a:t>Edit me to verify the compiler round-trip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YC Startup Prospect</Application>
  <Slides>2</Slides>
  <PresentationFormat>On-screen Show (4:3)</PresentationFormat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Sample Deck</dc:title>
  <dc:creator>YC Startup Prospect</dc:creator>
  <cp:lastModifiedBy>YC Startup Prospect</cp:lastModifiedBy>
  <dcterms:created xsi:type="dcterms:W3CDTF">2026-05-08T00:00:00Z</dcterms:created>
  <dcterms:modified xsi:type="dcterms:W3CDTF">2026-05-08T00:00:00Z</dcterms:modified>
</cp:coreProperties>
</file>